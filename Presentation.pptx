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7" r:id="rId1"/>
  </p:sldMasterIdLst>
  <p:sldIdLst>
    <p:sldId id="256" r:id="rId2"/>
    <p:sldId id="257" r:id="rId3"/>
    <p:sldId id="259" r:id="rId4"/>
    <p:sldId id="260" r:id="rId5"/>
    <p:sldId id="261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4"/>
    <p:restoredTop sz="94718"/>
  </p:normalViewPr>
  <p:slideViewPr>
    <p:cSldViewPr snapToGrid="0">
      <p:cViewPr varScale="1">
        <p:scale>
          <a:sx n="117" d="100"/>
          <a:sy n="117" d="100"/>
        </p:scale>
        <p:origin x="26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D1DB4B54-C624-3E4C-8A7A-BAD2D4F658F6}" type="datetimeFigureOut">
              <a:rPr lang="en-US" smtClean="0"/>
              <a:t>3/13/26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99533C25-93F6-644E-B38D-C0E1A0C5EB83}" type="slidenum">
              <a:rPr lang="en-US" smtClean="0"/>
              <a:t>‹#›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8977757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B4B54-C624-3E4C-8A7A-BAD2D4F658F6}" type="datetimeFigureOut">
              <a:rPr lang="en-US" smtClean="0"/>
              <a:t>3/13/26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533C25-93F6-644E-B38D-C0E1A0C5E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9708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1DB4B54-C624-3E4C-8A7A-BAD2D4F658F6}" type="datetimeFigureOut">
              <a:rPr lang="en-US" smtClean="0"/>
              <a:t>3/13/26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9533C25-93F6-644E-B38D-C0E1A0C5EB8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203672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B4B54-C624-3E4C-8A7A-BAD2D4F658F6}" type="datetimeFigureOut">
              <a:rPr lang="en-US" smtClean="0"/>
              <a:t>3/13/26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533C25-93F6-644E-B38D-C0E1A0C5E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55508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B4B54-C624-3E4C-8A7A-BAD2D4F658F6}" type="datetimeFigureOut">
              <a:rPr lang="en-US" smtClean="0"/>
              <a:t>3/13/26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533C25-93F6-644E-B38D-C0E1A0C5E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13283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B4B54-C624-3E4C-8A7A-BAD2D4F658F6}" type="datetimeFigureOut">
              <a:rPr lang="en-US" smtClean="0"/>
              <a:t>3/13/26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533C25-93F6-644E-B38D-C0E1A0C5E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2630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B4B54-C624-3E4C-8A7A-BAD2D4F658F6}" type="datetimeFigureOut">
              <a:rPr lang="en-US" smtClean="0"/>
              <a:t>3/13/26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533C25-93F6-644E-B38D-C0E1A0C5E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9386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1DB4B54-C624-3E4C-8A7A-BAD2D4F658F6}" type="datetimeFigureOut">
              <a:rPr lang="en-US" smtClean="0"/>
              <a:t>3/13/26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9533C25-93F6-644E-B38D-C0E1A0C5EB83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0570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1DB4B54-C624-3E4C-8A7A-BAD2D4F658F6}" type="datetimeFigureOut">
              <a:rPr lang="en-US" smtClean="0"/>
              <a:t>3/13/26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9533C25-93F6-644E-B38D-C0E1A0C5EB83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21374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B4B54-C624-3E4C-8A7A-BAD2D4F658F6}" type="datetimeFigureOut">
              <a:rPr lang="en-US" smtClean="0"/>
              <a:t>3/13/26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533C25-93F6-644E-B38D-C0E1A0C5E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74414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B4B54-C624-3E4C-8A7A-BAD2D4F658F6}" type="datetimeFigureOut">
              <a:rPr lang="en-US" smtClean="0"/>
              <a:t>3/13/26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533C25-93F6-644E-B38D-C0E1A0C5E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50686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D1DB4B54-C624-3E4C-8A7A-BAD2D4F658F6}" type="datetimeFigureOut">
              <a:rPr lang="en-US" smtClean="0"/>
              <a:t>3/13/26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99533C25-93F6-644E-B38D-C0E1A0C5EB83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3145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23" r:id="rId6"/>
    <p:sldLayoutId id="2147483724" r:id="rId7"/>
    <p:sldLayoutId id="2147483725" r:id="rId8"/>
    <p:sldLayoutId id="2147483726" r:id="rId9"/>
    <p:sldLayoutId id="2147483727" r:id="rId10"/>
    <p:sldLayoutId id="2147483728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C2D9F8-C668-590F-5E8B-3509B5E3BAB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BookVault API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51284E-094D-FC27-57D2-C4DCEBEDD59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Matthew Hughes</a:t>
            </a:r>
          </a:p>
          <a:p>
            <a:r>
              <a:rPr lang="en-US" dirty="0"/>
              <a:t>COMP3011</a:t>
            </a:r>
          </a:p>
        </p:txBody>
      </p:sp>
    </p:spTree>
    <p:extLst>
      <p:ext uri="{BB962C8B-B14F-4D97-AF65-F5344CB8AC3E}">
        <p14:creationId xmlns:p14="http://schemas.microsoft.com/office/powerpoint/2010/main" val="29321043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A45699-8A0B-366E-1CF3-90AB647138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896257"/>
          </a:xfrm>
        </p:spPr>
        <p:txBody>
          <a:bodyPr>
            <a:normAutofit fontScale="90000"/>
          </a:bodyPr>
          <a:lstStyle/>
          <a:p>
            <a:r>
              <a:rPr lang="en-US" dirty="0"/>
              <a:t>Overview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8801FB-D7C7-36BE-DA02-3DCBFF6410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582057"/>
            <a:ext cx="9601200" cy="4285343"/>
          </a:xfrm>
        </p:spPr>
        <p:txBody>
          <a:bodyPr/>
          <a:lstStyle/>
          <a:p>
            <a:r>
              <a:rPr lang="en-US" dirty="0"/>
              <a:t>BookVault API provides a set of endpoints relating to books and their metadata. It allows users to access information from the Goodreads books dataset from Kaggle such as a book’s name, author, publication date, etc. as well as rating information such as a book’s average rating. </a:t>
            </a:r>
          </a:p>
          <a:p>
            <a:r>
              <a:rPr lang="en-US" dirty="0"/>
              <a:t>There is also an analytics section where you can request statistical data about the dataset. Endpoints include rating distribution, top publishers, most rated books, and a language breakdown.</a:t>
            </a:r>
          </a:p>
          <a:p>
            <a:r>
              <a:rPr lang="en-US" dirty="0"/>
              <a:t>I chose books for this coursework because it was part of an idea for a personal project that I intended to create. It would allow me to become more comfortable with how to handle book data.</a:t>
            </a:r>
          </a:p>
        </p:txBody>
      </p:sp>
    </p:spTree>
    <p:extLst>
      <p:ext uri="{BB962C8B-B14F-4D97-AF65-F5344CB8AC3E}">
        <p14:creationId xmlns:p14="http://schemas.microsoft.com/office/powerpoint/2010/main" val="34228163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D0F0D-7400-6343-4D55-79B4E4975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1FB7F-D1C2-8FD5-2B70-66F1429C64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896257"/>
          </a:xfrm>
        </p:spPr>
        <p:txBody>
          <a:bodyPr>
            <a:normAutofit fontScale="90000"/>
          </a:bodyPr>
          <a:lstStyle/>
          <a:p>
            <a:r>
              <a:rPr lang="en-US" dirty="0"/>
              <a:t>Technology Stack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0797FE-8C83-2285-F953-3F7A2D6F3E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582057"/>
            <a:ext cx="9601200" cy="4285343"/>
          </a:xfrm>
        </p:spPr>
        <p:txBody>
          <a:bodyPr/>
          <a:lstStyle/>
          <a:p>
            <a:r>
              <a:rPr lang="en-US" dirty="0"/>
              <a:t>FastAPI was chosen over Django for a few reasons:</a:t>
            </a:r>
          </a:p>
          <a:p>
            <a:pPr lvl="1"/>
            <a:r>
              <a:rPr lang="en-US" dirty="0"/>
              <a:t>FastAPI automatically generates interactive SwaggerUI documentation.</a:t>
            </a:r>
          </a:p>
          <a:p>
            <a:pPr lvl="1"/>
            <a:r>
              <a:rPr lang="en-US" dirty="0"/>
              <a:t>Pydantic schemas make request validation easier.</a:t>
            </a:r>
          </a:p>
          <a:p>
            <a:pPr lvl="1"/>
            <a:r>
              <a:rPr lang="en-US" dirty="0"/>
              <a:t>Asynchronous request handling is more suited to modern RESTful architecture.</a:t>
            </a:r>
          </a:p>
          <a:p>
            <a:pPr lvl="1"/>
            <a:endParaRPr lang="en-US" dirty="0"/>
          </a:p>
          <a:p>
            <a:r>
              <a:rPr lang="en-US" dirty="0"/>
              <a:t>SQLite was chosen for the database as it is simple to use and does not require an external database (it is stored in a single file). This makes it ideal for a project of this scale.</a:t>
            </a:r>
          </a:p>
          <a:p>
            <a:r>
              <a:rPr lang="en-US" dirty="0"/>
              <a:t>SQLAlchemy provides an ORM layer that maps Python classes to database tables making development and debugging intuitive for this project. </a:t>
            </a:r>
          </a:p>
        </p:txBody>
      </p:sp>
    </p:spTree>
    <p:extLst>
      <p:ext uri="{BB962C8B-B14F-4D97-AF65-F5344CB8AC3E}">
        <p14:creationId xmlns:p14="http://schemas.microsoft.com/office/powerpoint/2010/main" val="36492182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98810-6FD6-39A4-5D1A-F1DE709F3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69408-6CE7-AAA4-DC56-865B765E7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896257"/>
          </a:xfrm>
        </p:spPr>
        <p:txBody>
          <a:bodyPr>
            <a:norm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4A1957-331D-CBDF-5E82-7326A9A937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582057"/>
            <a:ext cx="9601200" cy="4285343"/>
          </a:xfrm>
        </p:spPr>
        <p:txBody>
          <a:bodyPr/>
          <a:lstStyle/>
          <a:p>
            <a:r>
              <a:rPr lang="en-US" dirty="0"/>
              <a:t>The API uses a modular router-based architecture meaning that each resource has its own router file to separate endpoint logic for more manageable development.</a:t>
            </a:r>
          </a:p>
          <a:p>
            <a:r>
              <a:rPr lang="en-US" dirty="0"/>
              <a:t>Other components of the architecture such as authentication and database management are isolated into their own modules.</a:t>
            </a:r>
          </a:p>
          <a:p>
            <a:r>
              <a:rPr lang="en-US" dirty="0"/>
              <a:t>The main application file’s sole purpose is to initialize the app and register routes.</a:t>
            </a:r>
          </a:p>
        </p:txBody>
      </p:sp>
    </p:spTree>
    <p:extLst>
      <p:ext uri="{BB962C8B-B14F-4D97-AF65-F5344CB8AC3E}">
        <p14:creationId xmlns:p14="http://schemas.microsoft.com/office/powerpoint/2010/main" val="20773246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07ED62-9C4D-BCA3-0BD3-82EDD679CF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AAE7B9-6A96-F04C-EAD8-D3CC3B8183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896257"/>
          </a:xfrm>
        </p:spPr>
        <p:txBody>
          <a:bodyPr>
            <a:normAutofit/>
          </a:bodyPr>
          <a:lstStyle/>
          <a:p>
            <a:r>
              <a:rPr lang="en-US" dirty="0"/>
              <a:t>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944BAB-1758-373E-8A2A-3C6A0501D0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582057"/>
            <a:ext cx="9601200" cy="4285343"/>
          </a:xfrm>
        </p:spPr>
        <p:txBody>
          <a:bodyPr/>
          <a:lstStyle/>
          <a:p>
            <a:pPr marL="457200" indent="-457200">
              <a:buAutoNum type="arabicPeriod"/>
            </a:pPr>
            <a:r>
              <a:rPr lang="en-US" dirty="0"/>
              <a:t>POST /users</a:t>
            </a:r>
          </a:p>
          <a:p>
            <a:pPr marL="457200" indent="-457200">
              <a:buAutoNum type="arabicPeriod"/>
            </a:pPr>
            <a:r>
              <a:rPr lang="en-US" dirty="0"/>
              <a:t>GET /books/</a:t>
            </a:r>
          </a:p>
          <a:p>
            <a:pPr marL="457200" indent="-457200">
              <a:buAutoNum type="arabicPeriod"/>
            </a:pPr>
            <a:r>
              <a:rPr lang="en-US" dirty="0"/>
              <a:t>POST /reviews</a:t>
            </a:r>
          </a:p>
          <a:p>
            <a:pPr marL="457200" indent="-457200">
              <a:buAutoNum type="arabicPeriod"/>
            </a:pPr>
            <a:r>
              <a:rPr lang="en-US" dirty="0"/>
              <a:t>GET /users/1/reviews</a:t>
            </a:r>
          </a:p>
          <a:p>
            <a:pPr marL="457200" indent="-457200">
              <a:buAutoNum type="arabicPeriod"/>
            </a:pPr>
            <a:r>
              <a:rPr lang="en-US" dirty="0"/>
              <a:t>GET /</a:t>
            </a:r>
            <a:r>
              <a:rPr lang="en-US" dirty="0" err="1"/>
              <a:t>reviews?book_id</a:t>
            </a:r>
            <a:r>
              <a:rPr lang="en-US" dirty="0"/>
              <a:t>=1</a:t>
            </a:r>
          </a:p>
          <a:p>
            <a:pPr marL="457200" indent="-457200">
              <a:buAutoNum type="arabicPeriod"/>
            </a:pPr>
            <a:r>
              <a:rPr lang="en-US" dirty="0"/>
              <a:t>GET </a:t>
            </a:r>
            <a:r>
              <a:rPr lang="en-US"/>
              <a:t>/analytics/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4002379"/>
      </p:ext>
    </p:extLst>
  </p:cSld>
  <p:clrMapOvr>
    <a:masterClrMapping/>
  </p:clrMapOvr>
</p:sld>
</file>

<file path=ppt/theme/theme1.xml><?xml version="1.0" encoding="utf-8"?>
<a:theme xmlns:a="http://schemas.openxmlformats.org/drawingml/2006/main" name="Crop">
  <a:themeElements>
    <a:clrScheme name="Crop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Crop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Crop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Crop</Template>
  <TotalTime>52</TotalTime>
  <Words>318</Words>
  <Application>Microsoft Macintosh PowerPoint</Application>
  <PresentationFormat>Widescreen</PresentationFormat>
  <Paragraphs>26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7" baseType="lpstr">
      <vt:lpstr>Franklin Gothic Book</vt:lpstr>
      <vt:lpstr>Crop</vt:lpstr>
      <vt:lpstr>BookVault API</vt:lpstr>
      <vt:lpstr>Overview </vt:lpstr>
      <vt:lpstr>Technology Stack </vt:lpstr>
      <vt:lpstr>Architecture</vt:lpstr>
      <vt:lpstr>Demo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Matthew Hughes [sc22m2h]</dc:creator>
  <cp:lastModifiedBy>Matthew Hughes [sc22m2h]</cp:lastModifiedBy>
  <cp:revision>1</cp:revision>
  <dcterms:created xsi:type="dcterms:W3CDTF">2026-03-13T11:02:39Z</dcterms:created>
  <dcterms:modified xsi:type="dcterms:W3CDTF">2026-03-13T11:55:34Z</dcterms:modified>
</cp:coreProperties>
</file>